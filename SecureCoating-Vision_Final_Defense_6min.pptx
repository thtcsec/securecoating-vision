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Registered title describes the target Zero-Trust Edge-Cloud architecture. This prototype validates inspection, evidence gating, and fail-closed contracts — not completed mTLS/RBAC/OT or factory qualification.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mount hashed. Numpy 10-seed ~AUROC 0.70 / FPR95 0.84. Authors' runner interim DINOv2 (1 seed) ~AUROC 0.856 / FPR95 0.716 — still not paper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1338560" cy="9601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73152" cy="9601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337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INFERENCE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21.6 ms/image  ·  CPU evaluation  ·  model inference only  ·  not factory-line throughput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343400"/>
            <a:ext cx="1133856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34340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 Timing excludes camera exposure, transport, and PLC 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Registered title states the target Zero-Trust Edge-Cloud architecture; this artifact validates inspection, evidence, and fail-closed contracts — not completed mTLS/RBAC/OT.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