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GLOBAL AI + MATERIALS INNOVATION COMPETITION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08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6060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E5FF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AFFILIATION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HUFLIT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TRACK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864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D600"/>
                </a:solidFill>
                <a:latin typeface="Calibri"/>
              </a:rPr>
              <a:t>Research prototype. Not production-qualified. No factory HIL, no independent roll-disjoint test, no safety-rated E-stop claim.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02    0:35–1:15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8C9BAE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WE DO NOT CLAIM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99.4% mAP  ·  0.02 ppm escape  ·  −84% scrap  ·  production P99.9 SLA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Those numbers need independent roll-disjoint data, HIL, and a safety owner. This deck does not invent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03    1:15–2:00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676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RGB YOLOv8-seg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D6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Official 4.84 GB dataset and 10 splits are not in this runtime. Checked-in cases are protocol fixtures, not paper-comparable.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E5FF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04    2:00–2:45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E676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1744"/>
                </a:solidFill>
                <a:latin typeface="Calibri"/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D600"/>
                </a:solidFill>
                <a:latin typeface="Calibri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INDUSTRIAL MEANING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Uncertainty becomes a controlled operational state, not a hidden false-positive rate.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Software E-stop latches local interlock and requests PLC channels. It is not a safety-rated hardwired stop.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05    2:45–3:35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Production looks like a line terminal, not a demo console.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Line disposition, roll identity, quality counts, PLC registers, recent inspections. One snapshot timestamp.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Readiness, sensors, model, transport. No invented Cpk, optical-budget SLA, or equipment health from density.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TRACEABILITY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C9BAE"/>
                </a:solidFill>
                <a:latin typeface="Calibri"/>
              </a:rPr>
              <a:t>Those exist only in SECURECOATING_DASHBOARD_SANDBOX=true.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06    3:35–4:20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Trace first. Command second. ACK or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PASS/REJECT, or HOLD if ACK fails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Certificate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07    4:20–5:10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LIBAD’s own FPR is too high for direct release. We do not hide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AUROC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86.7%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Sui et al., best reported setting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AUPR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95.7%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paper number, not our runtime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F1-max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90.6%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paper number, not our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FPR95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D600"/>
                </a:solidFill>
                <a:latin typeface="Calibri"/>
              </a:rPr>
              <a:t>54.3%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too high for automatic 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SECURECOATING METRICS ON OFFICIAL SPLITS ARE NOT YET GENERATED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Automatic Decision Coverage  ·  HOLD Rate  ·  Escape Rate  ·  Selective Risk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Checked-in demo/benchmark files are protocol fixtures. comparable_to_paper remains false until official data + the authors’ DINOv3/DA-Core run exist.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08    5:10–6:00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Four staged cases. One closing identity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676"/>
                </a:solidFill>
                <a:latin typeface="Calibri"/>
              </a:rPr>
              <a:t>CASE 1  · 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Normal VIS + X-ray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2  ·  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Surface defect, surface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3  ·  REJECT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Internal X-ray complementary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600"/>
                </a:solidFill>
                <a:latin typeface="Calibri"/>
              </a:rPr>
              <a:t>CASE 4  · 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Near-threshold disagreement → manual 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57600"/>
            <a:ext cx="6949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CLOSE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LIBAD detects. SecureCoating-Vision decides when detection is safe enough to act 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Ask: a supervised pilot with HIL, factory calibration, and roll-disjoint data — not a production-ready stamp.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3611880"/>
            <a:ext cx="4251960" cy="24688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atingvision_model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749039"/>
            <a:ext cx="3977639" cy="298322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