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"/>
            <a:ext cx="4297680" cy="9358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201168"/>
            <a:ext cx="4983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1F5EB8"/>
                </a:solidFill>
                <a:latin typeface="Calibri"/>
              </a:rPr>
              <a:t>GLOBAL AI + MATERIALS INNOVATION COMPETITION 2026</a:t>
            </a:r>
          </a:p>
          <a:p>
            <a:pPr algn="r">
              <a:spcAft>
                <a:spcPts val="200"/>
              </a:spcAft>
            </a:pPr>
            <a:r>
              <a:rPr sz="1200" b="1">
                <a:solidFill>
                  <a:srgbClr val="1A1F2B"/>
                </a:solidFill>
                <a:latin typeface="Calibri"/>
              </a:rPr>
              <a:t>TRACK 4  ·  AI + MATERIALS TESTING AND CHARACTERIZATION</a:t>
            </a:r>
          </a:p>
          <a:p>
            <a:pPr algn="r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人工智能 + 材料检测与表征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8308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632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2044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AFFILIATION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HUFLIT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ADVISOR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mount hashed. Numpy 10-seed ~AUROC 0.70 / FPR95 0.84. Authors' runner interim DINOv2 (1 seed) ~AUROC 0.856 / FPR95 0.716 — still not paper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Local LIBAD adapter gate metrics (escape ~51% / HOLD ~5%) evaluate semantics, not a plant operating point.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73152" cy="25146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test images  ·  seed 71  ·  weights f72a8f2b…  ·  dataset 3c3f2773…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349240" cy="33655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49240" cy="404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Registered title states the target Zero-Trust Edge-Cloud architecture; this artifact validates inspection, evidence, and fail-closed contracts — not completed mTLS/RBAC/OT.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