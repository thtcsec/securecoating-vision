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"/>
            <a:ext cx="4297680" cy="935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201168"/>
            <a:ext cx="4983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1F5EB8"/>
                </a:solidFill>
                <a:latin typeface="Calibri"/>
              </a:rPr>
              <a:t>GLOBAL AI + MATERIALS INNOVATION COMPETITION 2026</a:t>
            </a:r>
          </a:p>
          <a:p>
            <a:pPr algn="r">
              <a:spcAft>
                <a:spcPts val="200"/>
              </a:spcAft>
            </a:pPr>
            <a:r>
              <a:rPr sz="1200" b="1">
                <a:solidFill>
                  <a:srgbClr val="1A1F2B"/>
                </a:solidFill>
                <a:latin typeface="Calibri"/>
              </a:rPr>
              <a:t>TRACK 4  ·  AI + MATERIALS TESTING AND CHARACTERIZATION</a:t>
            </a:r>
          </a:p>
          <a:p>
            <a:pPr algn="r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人工智能 + 材料检测与表征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632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2044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AFFILIATION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HUFLIT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A1F2B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Finalize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3c3f2773…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349240" cy="33655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49240" cy="404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A1F2B"/>
                </a:solidFill>
                <a:latin typeface="Calibri"/>
              </a:rPr>
              <a:t>The model finds defects. The evidence gate controls when the line may act.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GIFs loop checked-in artifacts. RGB HOLD is real optical + mock PLC. LIBAD fixtures stay protocol fixtures. Authors' interim is DINOv2 1-seed, not DINOv3. Next gate: HIL, factory calibration, roll-disjoint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