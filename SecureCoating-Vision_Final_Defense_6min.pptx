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3200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Global AI + Materials Innovation Application Competition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6012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SecureCoating-Vision: Evidence-Gated Multimodal AI for Battery Electrode Inspection and Traceable Quality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24612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204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Team 71 · Track 4 — AI + Materials Testing &amp; Characterization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Trinh Hoang Tu · HUFLIT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Advisor: Prof. Kris Singh · Visiting Professor, Tsinghua University · Founder &amp; CEO, SRII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749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This prototype validates inspection, evidence gating, and fail-closed contracts on real optical and multimodal evidence. Production security hardening such as mTLS, RBAC, secret rotation, and OT segmentation remains part of the industrialization roadmap.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test split, seed 71; not factory roll-disjoint.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HMAC-SHA256 authenticated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We extended validation to LIBAD's real aligned VIS and X-rayL data over its 10 official splits. The current adapter is an external validation experiment—not a claim of reproducing the authors' DA-Core paper results.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Even a stronger anomaly detector still leaves a false-positive operating point unsuitable for direct line authority. That is why detection is separated from disposition.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BUY PATH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Shadow inspection → PLC/HIL → controlled decision assistance → per-line deployment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Commercial model: per-line integration + calibration, model-monitoring and traceability support.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Recipe / inject / 7-stage sim / LIBAD 90s demo / send offset — sandbox only.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authenticated tag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325880"/>
            <a:ext cx="274320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32588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4173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246120"/>
            <a:ext cx="11338560" cy="9601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73152" cy="9601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337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INFERENCE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59.5 ms/image  ·  CPU evaluation  ·  model inference only  ·  not factory-line throughput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343400"/>
            <a:ext cx="11338560" cy="17830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343400"/>
            <a:ext cx="73152" cy="17830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 Timing excludes camera exposure, transport, and PLC 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SecureCoating covers the inspection-to-quality-decision segment of an autonomous materials characterization pipeline. Property prediction is the next validation stage once plant-linked labels exist.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Buy path: shadow inspection → PLC/HIL → controlled decision assistance → per-line deployment. Production mTLS/RBAC/OT hardening remains on the industrialization roadmap.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