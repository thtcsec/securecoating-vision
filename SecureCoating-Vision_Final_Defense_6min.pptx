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Registered title describes the target Zero-Trust Edge-Cloud architecture. This prototype validates inspection, evidence gating, and fail-closed contracts — not completed mTLS/RBAC/OT or factory qualification.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test split, seed 71; not factory roll-disjoint.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HMAC-SHA256 authenticated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local adapter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Official mount hashed. Local numpy adapter mean multimodal AUROC 0.700 / FPR95 0.839 over 10 official splits — non-paper-comparable. Authors' DINOv2 interim (1 seed) ~AUROC 0.856 / FPR95 0.716; not paper DINOv3/DA-Core.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paper reproduction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authenticated tag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21.6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