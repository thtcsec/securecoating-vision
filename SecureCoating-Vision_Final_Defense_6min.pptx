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Global AI + Materials Innovation Application Competition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SecureCoating-Vision: Evidence-Gated Multimodal AI for Battery Electrode Inspection and Traceable Quality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4612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Team 71 · Track 4 — AI + Materials Testing &amp; Characterization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Trinh Hoang Tu · HUFLIT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Advisor: Prof. Kris Singh · Visiting Professor, Tsinghua University · Founder &amp; CEO, SRII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749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This prototype validates inspection, evidence gating, and fail-closed contracts on real optical and multimodal evidence. Production security hardening such as mTLS, RBAC, secret rotation, and OT segmentation remains part of the industrialization roadmap.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test split, seed 71; not factory roll-disjoint.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HMAC-SHA256 authenticated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local adapter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Archived official-input local adapter: mean multimodal AUROC 0.700 / FPR95 0.839 over 10 official splits — historical evidence, non-paper-comparable. Authors' runner interim historical smoke (1 seed): AUROC ~0.856 / FPR95 ~0.716 — not DINOv3/DA-Core paper reproduction.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paper reproduction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authenticated tag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246120"/>
            <a:ext cx="11338560" cy="9601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73152" cy="9601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337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INFERENCE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21.6 ms/image  ·  CPU evaluation  ·  model inference only  ·  not factory-line throughput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343400"/>
            <a:ext cx="1133856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34340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48056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 Timing excludes camera exposure, transport, and PLC ACK.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This artifact validates inspection, evidence, and fail-closed contracts. Production mTLS/RBAC/OT hardening remains on the industrialization roadmap. GIFs loop checked-in artifacts. Authors' interim is DINOv2 1-seed, not DINOv3.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