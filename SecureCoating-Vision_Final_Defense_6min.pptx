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Registered title describes the target Zero-Trust Edge-Cloud architecture. This prototype validates inspection, evidence gating, and fail-closed contracts — not completed mTLS/RBAC/OT or factory qualification.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Official mount hashed. Numpy 10-seed ~AUROC 0.70 / FPR95 0.84. Authors' runner interim DINOv2 (1 seed) ~AUROC 0.856 / FPR95 0.716 — still not paper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73152" cy="25146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Registered title states the target Zero-Trust Edge-Cloud architecture; this artifact validates inspection, evidence, and fail-closed contracts — not completed mTLS/RBAC/OT.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