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GLOBAL AI + MATERIALS INNOVATION COMPETITION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08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60604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E5FF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AFFILIATION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HUFLIT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TRACK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864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D600"/>
                </a:solidFill>
                <a:latin typeface="Calibri"/>
              </a:rPr>
              <a:t>Evidence: real optical detector + fail-closed decision contract · supervised factory pilot is the next gate.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02    0:35–1:15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8C9BAE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88 held-out images · mAP50 0.633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03    1:15–2:00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676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D6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Official 10-seed ran on a hash-verified mount with the local CPU numpy descriptor (AUROC ~0.70, FPR95 ~0.84). Not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E5FF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04    2:00–2:45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E676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1744"/>
                </a:solidFill>
                <a:latin typeface="Calibri"/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D600"/>
                </a:solidFill>
                <a:latin typeface="Calibri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INDUSTRIAL MEANING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Uncertainty becomes a controlled operational state, not a hidden false-positive rate.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Software E-stop latches local interlock and requests PLC channels. It is not a safety-rated hardwired stop.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05    2:45–3:35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TRACEABILITY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C9BAE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06    3:35–4:20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Trace first. Command second. ACK or 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PASS/REJECT, or HOLD if ACK fails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Certificate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07    4:20–5:10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64.2%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mAP50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mAP50-95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D600"/>
                </a:solidFill>
                <a:latin typeface="Calibri"/>
              </a:rPr>
              <a:t>35.4%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IoU 0.50:0.95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88 test images  ·  seed 71  ·  weights f72a8f2b…  ·  dataset 3c3f2773…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08    5:10–6:00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D6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9" name="Picture 8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349240" cy="336556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2" name="Picture 11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49240" cy="40416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The model finds defects. The evidence gate controls when the line may act.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GIFs loop checked-in artifacts. RGB HOLD is real optical + mock PLC. LIBAD cases are protocol fixtures, not DINOv3. Next gate: HIL, factory calibration, roll-disjoint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