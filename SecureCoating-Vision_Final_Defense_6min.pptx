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Registered title describes the target Zero-Trust Edge-Cloud architecture. This prototype validates inspection, evidence gating, and fail-closed contracts — not completed mTLS/RBAC/OT or factory qualification.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