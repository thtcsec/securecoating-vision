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SecureCoating-Vision: Evidence-Gated Multimodal AI for Battery Electrode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This prototype validates inspection, evidence gating, and fail-closed contracts on real optical and multimodal evidence. Production security hardening such as mTLS, RBAC, secret rotation, and OT segmentation remains part of the industrialization roadmap.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We extended validation to LIBAD's real aligned VIS and X-rayL data over its 10 official splits. The current adapter is an external validation experiment—not a claim of reproducing the authors' DA-Core paper results.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Even a stronger anomaly detector still leaves a false-positive operating point unsuitable for direct line authority. That is why detection is separated from disposition.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BUY PATH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Shadow inspection → PLC/HIL → controlled decision assistance → per-line deployment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Commercial model: per-line integration + calibration, model-monitoring and traceability support.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Recipe / inject / 7-stage sim / LIBAD 90s demo / send offset — sandbox only.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59.5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SecureCoating covers the inspection-to-quality-decision segment of an autonomous materials characterization pipeline. Property prediction is the next validation stage once plant-linked labels exist.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Buy path: shadow inspection → PLC/HIL → controlled decision assistance → per-line deployment. Production mTLS/RBAC/OT hardening remains on the industrialization roadmap.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SecureCoating-Vision: Evidence-Gated Multimodal AI for Battery Electrode Inspection and Traceable Quality Decisions</dc:title>
  <dc:subject>Track 4 final defense — Team 71 / HUFLIT</dc:subject>
  <dc:creator>Trinh Hoang Tu</dc:creator>
  <cp:keywords/>
  <dc:description>SecureCoating-Vision defense deck. Generated by scripts/generate_defense_slides.py.</dc:description>
  <cp:lastModifiedBy>Trinh Hoang Tu</cp:lastModifiedBy>
  <cp:revision>1</cp:revision>
  <dcterms:created xsi:type="dcterms:W3CDTF">2013-01-27T09:14:16Z</dcterms:created>
  <dcterms:modified xsi:type="dcterms:W3CDTF">2013-01-27T09:15:58Z</dcterms:modified>
  <cp:category>AI + Materials Competition</cp:category>
</cp:coreProperties>
</file>