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"/>
            <a:ext cx="4297680" cy="9358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66560" y="201168"/>
            <a:ext cx="4983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1F5EB8"/>
                </a:solidFill>
                <a:latin typeface="Calibri"/>
              </a:rPr>
              <a:t>GLOBAL AI + MATERIALS INNOVATION COMPETITION 2026</a:t>
            </a:r>
          </a:p>
          <a:p>
            <a:pPr algn="r">
              <a:spcAft>
                <a:spcPts val="200"/>
              </a:spcAft>
            </a:pPr>
            <a:r>
              <a:rPr sz="1200" b="1">
                <a:solidFill>
                  <a:srgbClr val="1A1F2B"/>
                </a:solidFill>
                <a:latin typeface="Calibri"/>
              </a:rPr>
              <a:t>TRACK 4  ·  AI + MATERIALS TESTING AND CHARACTERIZATION</a:t>
            </a:r>
          </a:p>
          <a:p>
            <a:pPr algn="r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人工智能 + 材料检测与表征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78308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0632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52044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374903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74903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4047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79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71  ·  Trịnh Hoàng Tú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4903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4903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84047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AFFILIATION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11479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HUFLIT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75487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75487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84631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TRACK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206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4  ·  AI + Materials Testing and Characterization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75487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75487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84631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ADVISOR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206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Prof. Kris Singh  ·  SRII / Tsinghua (visiting)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585216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split, seed 71. Not factory roll-disjoint; HIL and calibration remain pilot gates.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Official mount hashed. Numpy 10-seed ~AUROC 0.70 / FPR95 0.84. Authors' runner interim DINOv2 (1 seed) ~AUROC 0.856 / FPR95 0.716 — still not paper DINOv3.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SOFTWARE SAFETY SEMANTICS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Uncertainty becomes a controlled software state — not a claim of factory-qualified process safety.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Readiness failure → HOLD. PASS/REJECT require confirmed control evidence. No readiness gate, no automatic release. Software E-stop latches local interlock and requests PLC channels;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Intent → command → ACK. HOLD is requested, then confirmed.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 only after ACK; HOLD_REQUESTED ≠ HOLD_CONFIRMED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611880"/>
            <a:ext cx="11338560" cy="25146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611880"/>
            <a:ext cx="73152" cy="25146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794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test images  ·  seed 71  ·  weights f72a8f2b…  ·  dataset d1db7823…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61" y="1325880"/>
            <a:ext cx="5159396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812" y="1325880"/>
            <a:ext cx="4296335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The model finds defects. The evidence gate controls when software may authorize a disposition.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Registered title states the target Zero-Trust Edge-Cloud architecture; this artifact validates inspection, evidence, and fail-closed contracts — not completed mTLS/RBAC/OT. GIFs loop checked-in artifacts. Authors' interim is DINOv2 1-seed, not DINOv3.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