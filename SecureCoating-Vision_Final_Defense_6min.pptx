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560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GLOBAL AI + MATERIALS INNOVATION COMPETITION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08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51560"/>
            <a:ext cx="11338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60604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E5FF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3246120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3558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AFFILIATION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6301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HUFLIT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TRACK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297679"/>
            <a:ext cx="5532120" cy="914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407407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81727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864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D600"/>
                </a:solidFill>
                <a:latin typeface="Calibri"/>
              </a:rPr>
              <a:t>Evidence: real optical detector + fail-closed decision contract · supervised factory pilot is the next gate.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02    0:35–1:15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8C9BAE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88 held-out images · mAP50 0.633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03    1:15–2:00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676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D6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Official 4.84 GB dataset and 10 splits are not in this runtime. Checked-in cases are protocol fixtures, not paper-comparable.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E5FF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04    2:00–2:45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0E676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1744"/>
                </a:solidFill>
                <a:latin typeface="Calibri"/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D600"/>
                </a:solidFill>
                <a:latin typeface="Calibri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INDUSTRIAL MEANING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Uncertainty becomes a controlled operational state, not a hidden false-positive rate.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Software E-stop latches local interlock and requests PLC channels. It is not a safety-rated hardwired stop.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05    2:45–3:35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DIAGNOSE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E5FF"/>
                </a:solidFill>
                <a:latin typeface="Calibri"/>
              </a:rPr>
              <a:t>TRACEABILITY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1744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C9BAE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06    3:35–4:20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Trace first. Command second. ACK or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Finalize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PASS/REJECT, or HOLD if ACK fails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Certificate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5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07    4:20–5:10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64.2%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mAP50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63.3%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C9BAE"/>
                </a:solidFill>
                <a:latin typeface="Calibri"/>
              </a:rPr>
              <a:t>mAP50-95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D600"/>
                </a:solidFill>
                <a:latin typeface="Calibri"/>
              </a:rPr>
              <a:t>35.4%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C9BAE"/>
                </a:solidFill>
                <a:latin typeface="Calibri"/>
              </a:rPr>
              <a:t>IoU 0.50:0.95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E5FF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88 test images  ·  seed 71  ·  weights f72a8f2b…  ·  dataset 3c3f2773…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8C9BAE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80B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08    5:10–6:00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Real detection. Safe demo disposition. Clear next gate.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E676"/>
                </a:solidFill>
                <a:latin typeface="Calibri"/>
              </a:rPr>
              <a:t>CASE 1  ·  REAL OPTICAL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CoatingVision image · DOI + SHA-256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05156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161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2  ·  surface_crack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confidence 0.53 · artifact f72a8f2b…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1744"/>
                </a:solidFill>
                <a:latin typeface="Calibri"/>
              </a:rPr>
              <a:t>CASE 3  ·  PYTORCH + ONNX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same 2-class map · hash-pinned artifacts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286000"/>
            <a:ext cx="5532120" cy="1115568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395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600"/>
                </a:solidFill>
                <a:latin typeface="Calibri"/>
              </a:rPr>
              <a:t>CASE 4  ·  HOLD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7432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mock PLC + unverified calibration block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57600"/>
            <a:ext cx="69494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E5FF"/>
                </a:solidFill>
                <a:latin typeface="Calibri"/>
              </a:rPr>
              <a:t>CLOSE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model finds defects. The evidence gate controls when the line may act.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C9BAE"/>
                </a:solidFill>
                <a:latin typeface="Calibri"/>
              </a:rPr>
              <a:t>Next gate: supervised pilot with HIL, factory calibration, and roll-disjoint data.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3611880"/>
            <a:ext cx="4251960" cy="2468880"/>
          </a:xfrm>
          <a:prstGeom prst="rect">
            <a:avLst/>
          </a:prstGeom>
          <a:solidFill>
            <a:srgbClr val="151B28"/>
          </a:solidFill>
          <a:ln w="6350">
            <a:solidFill>
              <a:srgbClr val="222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atingvision_model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749039"/>
            <a:ext cx="3977639" cy="298322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C9BAE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8C9BAE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